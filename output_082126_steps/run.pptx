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FFF1-CD15-73C5-9E0D-F843EFB18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9C4BB-2FDA-55FF-BF48-232F78DBB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E37D7-46C2-0AE9-9684-F1298D69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997BD-A369-1ED1-CC83-7B6B622A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5F95-49E9-B1F3-6569-26645044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34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8FC9-0A42-E6A5-60A0-3E1CD9C7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9C0C9-36AC-A58C-C876-85A009C1B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DD72B-2405-D43D-46A5-BE7E5D25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13BD3-E31A-269C-C549-F141FA38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9197-C3F3-7248-CD91-4E9A2850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2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E958-6F9D-3543-7C43-8718B9F6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F317B-61E1-2DFD-82C0-D34FC276D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7B589-B4C6-0AB1-229E-95EF09D1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051D4-2182-4409-7439-6FCC4BDA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7B022-C196-C4B8-97AE-5B47BD79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4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B2FF-BFCA-CE57-B251-7CD89384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85D3-6FE3-27DB-BA21-7F98E60FA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560EE-507C-2E0C-FAAD-B693439DD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57E98-30DE-5A7E-9475-9B843FAD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6C0FB-97E1-E75C-9900-18D23D9E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C2655-D4B8-D6D0-F8AB-924C0DF2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4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66D4-66DE-DEB1-2E43-242813E8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BFFD7-9FFA-E477-D33C-ABDE66EF1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8BA8A-D21B-E82B-DFE6-72031D5FD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635B9-C741-321F-1464-74B553C34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CD349-D968-3055-7D88-CED1C8FF7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43D15-B8EF-DB6F-E062-2B32A9D2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7A78CF-F87F-5702-AEC3-5DB1E186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A798B0-3CA3-3188-81BC-7F0356A9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1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5C35-5B6F-A569-F9D4-6C71242B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6ADB3-0EA7-2186-6D73-AC289B06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A6659-539A-EE0D-E431-D441A399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15E09-93C2-F453-2F10-6572F99B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2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F4D82-0C1E-DBF8-150D-C4A699BEE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7779C-AC36-3FB8-4596-E7DAAE67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D6CB8-83CB-38D9-299F-FBE6028F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0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0B098-0C45-D387-6B5C-9FA2F2CE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644A0-3168-3D2B-C2CE-28178308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750B4-79C6-7CCB-A9A5-E3517CC3F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8003E-99A5-82BE-77E6-83D951CE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61723-9401-9583-E789-F7066AD4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201C2-FE47-359C-C794-A311799B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0720-4D91-9647-6AC1-2DB306FA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DADFA-456E-87B8-6505-14411C84C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FA590-1212-4B1E-8816-3218BFE30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81DC5-B745-B286-A247-1E7827B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62C8E-70F3-BC2D-8A83-7AB3093B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115CA-5BC8-D9D3-0AD0-6269BE9A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5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AD27-543B-0CEC-F448-F65AB415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04140-A580-B728-1F82-AF7494680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EDB17-DF89-1F79-F808-A842002F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11454-5651-F9FE-8BF5-DD743544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E3D1F-C93A-4AB8-DB8E-63A2FE88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5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C20EA-EF00-ACD6-D1FB-FACD1AE44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15839-F1C4-ABD4-7071-53A82F84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66CD-9190-F4DF-5EB1-B4D98C59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0DF33-81DA-D84D-2683-1C0C4980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C416E-8F6A-5219-F8D6-EFAE367B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8D986-19E6-7A61-9563-4B32F5EBD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61D04-F94F-2157-435E-BB567943C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4E665-9C3D-1650-CD80-DD115CCEE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D6068-4778-47C8-9BE6-A0D3AB01937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E5DAD-E921-265B-61CF-F53D84A43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01D25-CA83-C43C-7C08-6BAF26D4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26A17-48F0-4894-B3F9-1227CE2B7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7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D3C8C8-C6C5-5B3D-C0CF-33830CD3C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195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08D6AB-4B98-D5E8-89C1-BC3873373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8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1A402B-86C6-4B65-4057-8A5FBFDF3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7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C1E42C-C7CE-052F-D1B6-8D2C31094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4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1C7C6B-F90F-C6D9-A522-6F5C2D0E9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0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C02711-D277-1F0E-06AC-D1EFE6E75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411" y="0"/>
            <a:ext cx="8791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1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FD29E5-FF3F-3456-1B22-49E510BAA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337" y="0"/>
            <a:ext cx="8815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FA3B3-02CD-FB69-7E86-414E1BEAB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50"/>
            <a:ext cx="10515600" cy="663574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2 states: BIC 151004.76571254173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3 states: BIC 148080.67990439222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4 states: BIC 146169.22333796564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5 states: BIC 144565.29834649424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6 states: BIC 143721.583198373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7 states: BIC 143025.99847694652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8 states: BIC 142546.65246361404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Start probabilities: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[0.06355504 0.08781755 0.12971604 0.06097893 0.21880205 0.11610295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0.16998937 0.15303806]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Transition probabilities: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[[7.97143664e-01 1.30460379e-01 7.46247219e-44 3.71822039e-03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1.95558221e-02 4.39178044e-02 5.20410938e-03 2.63357933e-96]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[4.22027098e-02 8.30582744e-01 1.87137727e-02 5.65177814e-02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9.11165527e-03 2.75864169e-03 3.85540064e-02 1.55868832e-03]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[1.37955891e-02 3.76781076e-02 8.46265888e-01 1.00462979e-03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4.22607557e-02 2.42564524e-02 3.24239539e-02 2.31462331e-03]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[9.48064733e-05 7.99752942e-02 2.01830982e-44 8.50973362e-01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2.64443971e-03 6.71195726e-03 5.31701761e-02 6.42996470e-03]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[1.12982861e-02 1.29305410e-02 2.57545550e-02 7.85636752e-03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8.89371086e-01 2.27659265e-02 2.29970401e-02 7.02619804e-03]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[5.55255307e-02 6.15772856e-07 5.47415764e-02 2.23394158e-02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4.71403218e-02 7.69959175e-01 3.15660146e-02 1.87273497e-02]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[3.07375344e-03 3.47722353e-02 5.63090219e-03 3.97646245e-02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2.21201652e-02 8.54152759e-03 8.66790543e-01 1.93062486e-02]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[7.16085696e-03 8.31291119e-03 9.69424237e-03 2.39637553e-03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1.05701048e-02 1.66205674e-02 7.60577086e-02 8.69187233e-01]]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Means: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[[  9.27219801  -1.11928725]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  2.44790821   0.02536035]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  1.43687956  -9.61189689]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 -1.9276587   -0.53138956]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 -0.28729051   5.27673531]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[ 11.2198067   -1.40119054]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 -5.07715299   0.51140999]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[-11.20765894   2.87953364]]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Covariance matrices: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[[[1.24065815e+01 2.59381974e-01]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[2.59381974e-01 2.30780405e+01]]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[[7.08548663e+00 2.11776177e+00]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[2.11776177e+00 2.20395686e+01]]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[[2.45103426e+01 1.27479540e-01]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[1.27479540e-01 2.01711226e+01]]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[[5.34534181e+00 1.11127936e+00]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[1.11127936e+00 8.54420253e+00]]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[[1.33163850e+01 1.33396574e+01]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[1.33396574e+01 2.33582227e+02]]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[[1.03033781e+02 1.10199276e+01]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[1.10199276e+01 2.72344961e+02]]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[[9.44740466e+00 5.73222181e+00]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[5.73222181e+00 3.94385849e+01]]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7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[[2.12368979e+01 1.11991323e+01]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00" dirty="0"/>
              <a:t>  [1.11991323e+01 7.79761949e+01]]]</a:t>
            </a:r>
          </a:p>
        </p:txBody>
      </p:sp>
    </p:spTree>
    <p:extLst>
      <p:ext uri="{BB962C8B-B14F-4D97-AF65-F5344CB8AC3E}">
        <p14:creationId xmlns:p14="http://schemas.microsoft.com/office/powerpoint/2010/main" val="48795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333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Russell Bonneville</dc:creator>
  <cp:lastModifiedBy>Russell Bonneville</cp:lastModifiedBy>
  <cp:revision>1</cp:revision>
  <dcterms:created xsi:type="dcterms:W3CDTF">2026-08-21T19:56:58Z</dcterms:created>
  <dcterms:modified xsi:type="dcterms:W3CDTF">2026-08-21T20:22:08Z</dcterms:modified>
</cp:coreProperties>
</file>